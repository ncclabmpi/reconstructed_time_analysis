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8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60" y="2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70F-30C9-4DA9-8BEB-B2E2058919D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A71E-3D82-4EF7-993D-B1B7654CB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1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70F-30C9-4DA9-8BEB-B2E2058919D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A71E-3D82-4EF7-993D-B1B7654CB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3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70F-30C9-4DA9-8BEB-B2E2058919D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A71E-3D82-4EF7-993D-B1B7654CB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7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70F-30C9-4DA9-8BEB-B2E2058919D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A71E-3D82-4EF7-993D-B1B7654CB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2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70F-30C9-4DA9-8BEB-B2E2058919D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A71E-3D82-4EF7-993D-B1B7654CB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0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70F-30C9-4DA9-8BEB-B2E2058919D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A71E-3D82-4EF7-993D-B1B7654CB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8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70F-30C9-4DA9-8BEB-B2E2058919D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A71E-3D82-4EF7-993D-B1B7654CB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4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70F-30C9-4DA9-8BEB-B2E2058919D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A71E-3D82-4EF7-993D-B1B7654CB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46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70F-30C9-4DA9-8BEB-B2E2058919D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A71E-3D82-4EF7-993D-B1B7654CB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95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70F-30C9-4DA9-8BEB-B2E2058919D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A71E-3D82-4EF7-993D-B1B7654CB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6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0B70F-30C9-4DA9-8BEB-B2E2058919D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EA71E-3D82-4EF7-993D-B1B7654CB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8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0B70F-30C9-4DA9-8BEB-B2E2058919D1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EA71E-3D82-4EF7-993D-B1B7654CB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81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Pilot analysis plan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87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1: data preparation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script to extract triggers and create events</a:t>
            </a:r>
          </a:p>
          <a:p>
            <a:endParaRPr lang="en-US" dirty="0" smtClean="0"/>
          </a:p>
          <a:p>
            <a:r>
              <a:rPr lang="en-US" dirty="0" smtClean="0"/>
              <a:t>Write BIDS conversion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Write preprocessing scripts (automated if possible)</a:t>
            </a:r>
          </a:p>
        </p:txBody>
      </p:sp>
    </p:spTree>
    <p:extLst>
      <p:ext uri="{BB962C8B-B14F-4D97-AF65-F5344CB8AC3E}">
        <p14:creationId xmlns:p14="http://schemas.microsoft.com/office/powerpoint/2010/main" val="1377502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2: univariate analyses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Cluster base permutation test for task relevant vs irrelevant</a:t>
            </a:r>
          </a:p>
          <a:p>
            <a:pPr lvl="1"/>
            <a:r>
              <a:rPr lang="en-US" dirty="0" smtClean="0"/>
              <a:t>In visual first</a:t>
            </a:r>
          </a:p>
          <a:p>
            <a:pPr lvl="2"/>
            <a:r>
              <a:rPr lang="en-US" dirty="0" smtClean="0"/>
              <a:t>N trials = 420/task</a:t>
            </a:r>
          </a:p>
          <a:p>
            <a:pPr lvl="1"/>
            <a:r>
              <a:rPr lang="en-US" dirty="0" smtClean="0"/>
              <a:t>In auditory first</a:t>
            </a:r>
          </a:p>
          <a:p>
            <a:pPr lvl="2"/>
            <a:r>
              <a:rPr lang="en-US" dirty="0" smtClean="0"/>
              <a:t>N trials = 220/task</a:t>
            </a:r>
            <a:endParaRPr lang="en-US" dirty="0"/>
          </a:p>
          <a:p>
            <a:r>
              <a:rPr lang="en-US" dirty="0" smtClean="0"/>
              <a:t>Cluster base permutation test for high vs low </a:t>
            </a:r>
            <a:endParaRPr lang="en-US" dirty="0"/>
          </a:p>
          <a:p>
            <a:pPr lvl="1"/>
            <a:r>
              <a:rPr lang="en-US" dirty="0" smtClean="0"/>
              <a:t>In visual first</a:t>
            </a:r>
          </a:p>
          <a:p>
            <a:pPr lvl="2"/>
            <a:r>
              <a:rPr lang="en-US" dirty="0" smtClean="0"/>
              <a:t>N trials = 424/pitch</a:t>
            </a:r>
          </a:p>
          <a:p>
            <a:pPr lvl="1"/>
            <a:r>
              <a:rPr lang="en-US" dirty="0" smtClean="0"/>
              <a:t>In auditory first</a:t>
            </a:r>
          </a:p>
          <a:p>
            <a:pPr lvl="2"/>
            <a:r>
              <a:rPr lang="en-US" dirty="0" smtClean="0"/>
              <a:t>N trials = 211/task</a:t>
            </a:r>
          </a:p>
        </p:txBody>
      </p:sp>
    </p:spTree>
    <p:extLst>
      <p:ext uri="{BB962C8B-B14F-4D97-AF65-F5344CB8AC3E}">
        <p14:creationId xmlns:p14="http://schemas.microsoft.com/office/powerpoint/2010/main" val="3774600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2: univariate analyses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Cluster base permutation test for SOA</a:t>
            </a:r>
          </a:p>
          <a:p>
            <a:pPr lvl="1"/>
            <a:r>
              <a:rPr lang="en-US" dirty="0" smtClean="0"/>
              <a:t>In visual first</a:t>
            </a:r>
          </a:p>
          <a:p>
            <a:pPr lvl="2"/>
            <a:r>
              <a:rPr lang="en-US" dirty="0" smtClean="0"/>
              <a:t>Onset locked:</a:t>
            </a:r>
          </a:p>
          <a:p>
            <a:pPr lvl="3"/>
            <a:r>
              <a:rPr lang="en-US" dirty="0" smtClean="0"/>
              <a:t>N trials = ~200/SOA</a:t>
            </a:r>
          </a:p>
          <a:p>
            <a:pPr lvl="2"/>
            <a:r>
              <a:rPr lang="en-US" dirty="0" smtClean="0"/>
              <a:t>Offset locked:</a:t>
            </a:r>
          </a:p>
          <a:p>
            <a:pPr lvl="3"/>
            <a:r>
              <a:rPr lang="en-US" dirty="0" smtClean="0"/>
              <a:t>N trials = ~200/SOA</a:t>
            </a:r>
          </a:p>
          <a:p>
            <a:pPr lvl="1"/>
            <a:r>
              <a:rPr lang="en-US" dirty="0" smtClean="0"/>
              <a:t>In auditory first</a:t>
            </a:r>
          </a:p>
          <a:p>
            <a:pPr lvl="2"/>
            <a:r>
              <a:rPr lang="en-US" dirty="0" smtClean="0"/>
              <a:t>Onset locked:</a:t>
            </a:r>
          </a:p>
          <a:p>
            <a:pPr lvl="3"/>
            <a:r>
              <a:rPr lang="en-US" dirty="0" smtClean="0"/>
              <a:t>N trials = ~200/SOA</a:t>
            </a:r>
          </a:p>
          <a:p>
            <a:pPr lvl="2"/>
            <a:r>
              <a:rPr lang="en-US" dirty="0" smtClean="0"/>
              <a:t>Offset locked:</a:t>
            </a:r>
          </a:p>
          <a:p>
            <a:pPr lvl="3"/>
            <a:r>
              <a:rPr lang="en-US" dirty="0" smtClean="0"/>
              <a:t>N trials = ~200/SOA</a:t>
            </a:r>
          </a:p>
        </p:txBody>
      </p:sp>
    </p:spTree>
    <p:extLst>
      <p:ext uri="{BB962C8B-B14F-4D97-AF65-F5344CB8AC3E}">
        <p14:creationId xmlns:p14="http://schemas.microsoft.com/office/powerpoint/2010/main" val="111898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2: multivariate analyses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Face vs objects:</a:t>
            </a:r>
          </a:p>
          <a:p>
            <a:pPr lvl="1"/>
            <a:r>
              <a:rPr lang="en-US" dirty="0" smtClean="0"/>
              <a:t>In visual first</a:t>
            </a:r>
          </a:p>
          <a:p>
            <a:pPr lvl="2"/>
            <a:r>
              <a:rPr lang="en-US" dirty="0" smtClean="0"/>
              <a:t>N trials = 200/cate</a:t>
            </a:r>
          </a:p>
          <a:p>
            <a:pPr lvl="3"/>
            <a:r>
              <a:rPr lang="en-US" dirty="0" smtClean="0"/>
              <a:t>N trials/task = 100/cate</a:t>
            </a:r>
          </a:p>
          <a:p>
            <a:pPr lvl="3"/>
            <a:r>
              <a:rPr lang="en-US" dirty="0" smtClean="0"/>
              <a:t>N trials/</a:t>
            </a:r>
            <a:r>
              <a:rPr lang="en-US" dirty="0" err="1" smtClean="0"/>
              <a:t>soa</a:t>
            </a:r>
            <a:r>
              <a:rPr lang="en-US" dirty="0" smtClean="0"/>
              <a:t> = 50/cate</a:t>
            </a:r>
          </a:p>
          <a:p>
            <a:pPr lvl="4"/>
            <a:r>
              <a:rPr lang="en-US" dirty="0" smtClean="0"/>
              <a:t>N trials/task/</a:t>
            </a:r>
            <a:r>
              <a:rPr lang="en-US" dirty="0" err="1" smtClean="0"/>
              <a:t>soa</a:t>
            </a:r>
            <a:r>
              <a:rPr lang="en-US" dirty="0" smtClean="0"/>
              <a:t>/lock = ~25/cate</a:t>
            </a:r>
          </a:p>
          <a:p>
            <a:pPr lvl="1"/>
            <a:r>
              <a:rPr lang="en-US" dirty="0" smtClean="0"/>
              <a:t>In auditory first</a:t>
            </a:r>
          </a:p>
          <a:p>
            <a:pPr lvl="2"/>
            <a:r>
              <a:rPr lang="en-US" dirty="0" smtClean="0"/>
              <a:t>N trials = 100/cate</a:t>
            </a:r>
          </a:p>
          <a:p>
            <a:pPr lvl="3"/>
            <a:r>
              <a:rPr lang="en-US" dirty="0" smtClean="0"/>
              <a:t>N trials/task = 50/cate</a:t>
            </a:r>
          </a:p>
          <a:p>
            <a:pPr lvl="3"/>
            <a:r>
              <a:rPr lang="en-US" dirty="0" smtClean="0"/>
              <a:t>N trials/</a:t>
            </a:r>
            <a:r>
              <a:rPr lang="en-US" dirty="0" err="1" smtClean="0"/>
              <a:t>soa</a:t>
            </a:r>
            <a:r>
              <a:rPr lang="en-US" dirty="0" smtClean="0"/>
              <a:t> = 50/cate</a:t>
            </a:r>
          </a:p>
          <a:p>
            <a:pPr lvl="4"/>
            <a:r>
              <a:rPr lang="en-US" dirty="0" smtClean="0"/>
              <a:t>N trials/task/</a:t>
            </a:r>
            <a:r>
              <a:rPr lang="en-US" dirty="0" err="1" smtClean="0"/>
              <a:t>soa</a:t>
            </a:r>
            <a:r>
              <a:rPr lang="en-US" dirty="0" smtClean="0"/>
              <a:t>/lock = ~25/cate</a:t>
            </a:r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55290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2: multivariate analyses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 vs low:</a:t>
            </a:r>
          </a:p>
          <a:p>
            <a:pPr lvl="1"/>
            <a:r>
              <a:rPr lang="en-US" dirty="0" smtClean="0"/>
              <a:t>In visual first</a:t>
            </a:r>
          </a:p>
          <a:p>
            <a:pPr lvl="2"/>
            <a:r>
              <a:rPr lang="en-US" dirty="0" smtClean="0"/>
              <a:t>N trials = 400/pitch</a:t>
            </a:r>
          </a:p>
          <a:p>
            <a:pPr lvl="3"/>
            <a:r>
              <a:rPr lang="en-US" dirty="0" smtClean="0"/>
              <a:t>N trials/task = 200/pitch</a:t>
            </a:r>
          </a:p>
          <a:p>
            <a:pPr lvl="3"/>
            <a:r>
              <a:rPr lang="en-US" dirty="0" smtClean="0"/>
              <a:t>N trials/</a:t>
            </a:r>
            <a:r>
              <a:rPr lang="en-US" dirty="0" err="1" smtClean="0"/>
              <a:t>soa</a:t>
            </a:r>
            <a:r>
              <a:rPr lang="en-US" dirty="0" smtClean="0"/>
              <a:t>/lock=100/pitch</a:t>
            </a:r>
          </a:p>
          <a:p>
            <a:pPr lvl="4"/>
            <a:r>
              <a:rPr lang="en-US" dirty="0" smtClean="0"/>
              <a:t>N trials/</a:t>
            </a:r>
            <a:r>
              <a:rPr lang="en-US" dirty="0" err="1" smtClean="0"/>
              <a:t>soa</a:t>
            </a:r>
            <a:r>
              <a:rPr lang="en-US" dirty="0" smtClean="0"/>
              <a:t>/lock/task=50/pitch</a:t>
            </a:r>
          </a:p>
          <a:p>
            <a:pPr lvl="4"/>
            <a:endParaRPr lang="en-US" dirty="0" smtClean="0"/>
          </a:p>
          <a:p>
            <a:pPr lvl="1"/>
            <a:r>
              <a:rPr lang="en-US" dirty="0" smtClean="0"/>
              <a:t>In auditory first</a:t>
            </a:r>
          </a:p>
          <a:p>
            <a:pPr lvl="2"/>
            <a:r>
              <a:rPr lang="en-US" dirty="0" smtClean="0"/>
              <a:t>N trials = 200/pitch</a:t>
            </a:r>
          </a:p>
          <a:p>
            <a:pPr lvl="3"/>
            <a:r>
              <a:rPr lang="en-US" dirty="0" smtClean="0"/>
              <a:t>N trials/task = 100/pitch</a:t>
            </a:r>
          </a:p>
          <a:p>
            <a:pPr lvl="3"/>
            <a:r>
              <a:rPr lang="en-US" dirty="0" smtClean="0"/>
              <a:t>N trials/</a:t>
            </a:r>
            <a:r>
              <a:rPr lang="en-US" dirty="0" err="1" smtClean="0"/>
              <a:t>soa</a:t>
            </a:r>
            <a:r>
              <a:rPr lang="en-US" dirty="0" smtClean="0"/>
              <a:t>/lock=100/pitch</a:t>
            </a:r>
            <a:endParaRPr lang="en-US" dirty="0"/>
          </a:p>
          <a:p>
            <a:pPr lvl="4"/>
            <a:r>
              <a:rPr lang="en-US" dirty="0" smtClean="0"/>
              <a:t>N trials/</a:t>
            </a:r>
            <a:r>
              <a:rPr lang="en-US" dirty="0" err="1" smtClean="0"/>
              <a:t>soa</a:t>
            </a:r>
            <a:r>
              <a:rPr lang="en-US" dirty="0" smtClean="0"/>
              <a:t>/lock/task=50/pitch</a:t>
            </a:r>
          </a:p>
        </p:txBody>
      </p:sp>
    </p:spTree>
    <p:extLst>
      <p:ext uri="{BB962C8B-B14F-4D97-AF65-F5344CB8AC3E}">
        <p14:creationId xmlns:p14="http://schemas.microsoft.com/office/powerpoint/2010/main" val="980893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Progress: 20/07/2023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BIDS conversion:</a:t>
            </a:r>
          </a:p>
          <a:p>
            <a:pPr lvl="1"/>
            <a:r>
              <a:rPr lang="en-US" dirty="0" smtClean="0"/>
              <a:t>Visual first task: DONE</a:t>
            </a:r>
          </a:p>
          <a:p>
            <a:pPr lvl="1"/>
            <a:r>
              <a:rPr lang="en-US" dirty="0" smtClean="0"/>
              <a:t>Auditory first task: in progress</a:t>
            </a:r>
          </a:p>
          <a:p>
            <a:pPr lvl="1"/>
            <a:r>
              <a:rPr lang="en-US" dirty="0" smtClean="0"/>
              <a:t>Empty room: DONE</a:t>
            </a:r>
          </a:p>
          <a:p>
            <a:pPr lvl="1"/>
            <a:r>
              <a:rPr lang="en-US" dirty="0" smtClean="0"/>
              <a:t>Resting state: DONE</a:t>
            </a:r>
          </a:p>
          <a:p>
            <a:r>
              <a:rPr lang="en-US" dirty="0" smtClean="0"/>
              <a:t>Preprocessing pipeline:</a:t>
            </a:r>
          </a:p>
          <a:p>
            <a:pPr lvl="1"/>
            <a:r>
              <a:rPr lang="en-US" dirty="0" smtClean="0"/>
              <a:t>In progress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48741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Preprocessing pipeline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BIDS conversion</a:t>
            </a:r>
          </a:p>
          <a:p>
            <a:r>
              <a:rPr lang="en-US" dirty="0" smtClean="0"/>
              <a:t>Manual bad channels annotations</a:t>
            </a:r>
          </a:p>
          <a:p>
            <a:r>
              <a:rPr lang="en-US" dirty="0" smtClean="0"/>
              <a:t>Breaks detection and removal</a:t>
            </a:r>
          </a:p>
          <a:p>
            <a:r>
              <a:rPr lang="en-US" dirty="0" smtClean="0"/>
              <a:t>Maxwell filter:</a:t>
            </a:r>
          </a:p>
          <a:p>
            <a:pPr lvl="1"/>
            <a:r>
              <a:rPr lang="en-US" dirty="0" smtClean="0"/>
              <a:t>Find flat channels</a:t>
            </a:r>
          </a:p>
          <a:p>
            <a:pPr lvl="1"/>
            <a:r>
              <a:rPr lang="en-US" dirty="0" smtClean="0"/>
              <a:t>Find noisy channels</a:t>
            </a:r>
          </a:p>
          <a:p>
            <a:pPr lvl="1"/>
            <a:r>
              <a:rPr lang="en-US" dirty="0" smtClean="0"/>
              <a:t>Maxwell filter</a:t>
            </a:r>
          </a:p>
          <a:p>
            <a:r>
              <a:rPr lang="en-US" dirty="0" smtClean="0"/>
              <a:t>Filtering</a:t>
            </a:r>
          </a:p>
          <a:p>
            <a:pPr lvl="1"/>
            <a:r>
              <a:rPr lang="en-US" dirty="0" smtClean="0"/>
              <a:t>Notch: 50Hz</a:t>
            </a:r>
          </a:p>
          <a:p>
            <a:pPr lvl="1"/>
            <a:r>
              <a:rPr lang="en-US" dirty="0" err="1" smtClean="0"/>
              <a:t>Lfreq</a:t>
            </a:r>
            <a:r>
              <a:rPr lang="en-US" dirty="0" smtClean="0"/>
              <a:t>: None</a:t>
            </a:r>
          </a:p>
          <a:p>
            <a:pPr lvl="1"/>
            <a:r>
              <a:rPr lang="en-US" dirty="0" err="1" smtClean="0"/>
              <a:t>hFreq</a:t>
            </a:r>
            <a:r>
              <a:rPr lang="en-US" dirty="0" smtClean="0"/>
              <a:t>: 40Hz</a:t>
            </a:r>
          </a:p>
          <a:p>
            <a:pPr lvl="1"/>
            <a:r>
              <a:rPr lang="en-US" dirty="0" smtClean="0"/>
              <a:t>Resample: 250Hz</a:t>
            </a:r>
          </a:p>
          <a:p>
            <a:r>
              <a:rPr lang="en-US" dirty="0" err="1" smtClean="0"/>
              <a:t>Epoching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Auditory and visual</a:t>
            </a:r>
          </a:p>
          <a:p>
            <a:pPr lvl="1"/>
            <a:r>
              <a:rPr lang="en-US" dirty="0" smtClean="0"/>
              <a:t>-0.5 to 3.0</a:t>
            </a:r>
          </a:p>
          <a:p>
            <a:r>
              <a:rPr lang="en-US" dirty="0" smtClean="0"/>
              <a:t>Artifact removal: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03408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292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Pilot analysis plan</vt:lpstr>
      <vt:lpstr>Step 1: data preparation</vt:lpstr>
      <vt:lpstr>Step 2: univariate analyses</vt:lpstr>
      <vt:lpstr>Step 2: univariate analyses</vt:lpstr>
      <vt:lpstr>Step 2: multivariate analyses</vt:lpstr>
      <vt:lpstr>Step 2: multivariate analyses</vt:lpstr>
      <vt:lpstr>Progress: 20/07/2023</vt:lpstr>
      <vt:lpstr>Preprocessing pipeline</vt:lpstr>
    </vt:vector>
  </TitlesOfParts>
  <Company>Max Planck Institute for Empirical Aesthetics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Pilot analysis plan</dc:title>
  <dc:creator>Alex Lepauvre</dc:creator>
  <cp:lastModifiedBy>Alex Lepauvre</cp:lastModifiedBy>
  <cp:revision>12</cp:revision>
  <dcterms:created xsi:type="dcterms:W3CDTF">2023-07-18T08:39:28Z</dcterms:created>
  <dcterms:modified xsi:type="dcterms:W3CDTF">2023-07-20T10:22:14Z</dcterms:modified>
</cp:coreProperties>
</file>